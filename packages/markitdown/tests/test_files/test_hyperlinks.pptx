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crosoft.com" TargetMode="External"/><Relationship Id="rId3" Type="http://schemas.openxmlformats.org/officeDocument/2006/relationships/hyperlink" Target="https://github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Hyperlinks and Lists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linkClick r:id="rId2"/>
              </a:rPr>
              <a:t>Visit Microsoft</a:t>
            </a:r>
          </a:p>
          <a:p>
            <a:pPr/>
            <a:r>
              <a:t>First level item</a:t>
            </a:r>
          </a:p>
          <a:p>
            <a:pPr lvl="1"/>
            <a:r>
              <a:t>Second level item</a:t>
            </a:r>
          </a:p>
          <a:p>
            <a:pPr lvl="2"/>
            <a:r>
              <a:t>Third level item</a:t>
            </a:r>
          </a:p>
          <a:p>
            <a:pPr/>
            <a:r>
              <a:t>Back to first level</a:t>
            </a:r>
          </a:p>
          <a:p>
            <a:pPr lvl="1"/>
            <a:r>
              <a:rPr>
                <a:hlinkClick r:id="rId3"/>
              </a:rPr>
              <a:t>GitHub link in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