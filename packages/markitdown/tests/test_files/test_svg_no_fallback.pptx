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SVG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SVG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 square 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ns2:svgBlip xmlns:ns2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