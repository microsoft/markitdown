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0" y="0"/>
          <a:ext cx="45720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0" y="36576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Follow-up analysis.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0" y="0"/>
          <a:ext cx="45720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0" y="3657600"/>
          <a:ext cx="4572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Details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0" y="0"/>
          <a:ext cx="45720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